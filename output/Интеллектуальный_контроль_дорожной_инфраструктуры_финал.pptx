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5ffa6aaa8343c5" /><Relationship Type="http://schemas.openxmlformats.org/officeDocument/2006/relationships/extended-properties" Target="/docProps/app.xml" Id="Rc72dc1dfe8084186" /><Relationship Type="http://schemas.openxmlformats.org/officeDocument/2006/relationships/officeDocument" Target="/ppt/presentation.xml" Id="R7e8fe03767ac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ccc4cc6b043ab"/>
  </p:sldMasterIdLst>
  <p:notesMasterIdLst>
    <p:notesMasterId xmlns:r="http://schemas.openxmlformats.org/officeDocument/2006/relationships" r:id="R25ce95229d804aff"/>
  </p:notesMasterIdLst>
  <p:sldIdLst>
    <p:sldId xmlns:r="http://schemas.openxmlformats.org/officeDocument/2006/relationships" id="256" r:id="R79d240aaf2bb4b63"/>
    <p:sldId xmlns:r="http://schemas.openxmlformats.org/officeDocument/2006/relationships" id="257" r:id="Re486d9c0cdba4133"/>
    <p:sldId xmlns:r="http://schemas.openxmlformats.org/officeDocument/2006/relationships" id="258" r:id="Rae4ddd017e9c4676"/>
    <p:sldId xmlns:r="http://schemas.openxmlformats.org/officeDocument/2006/relationships" id="259" r:id="Rd4d2b9b02fb24214"/>
    <p:sldId xmlns:r="http://schemas.openxmlformats.org/officeDocument/2006/relationships" id="260" r:id="Rda2a6b08d78d4d6a"/>
    <p:sldId xmlns:r="http://schemas.openxmlformats.org/officeDocument/2006/relationships" id="261" r:id="R31df403d0f58416f"/>
    <p:sldId xmlns:r="http://schemas.openxmlformats.org/officeDocument/2006/relationships" id="262" r:id="Raa6f392a29694055"/>
    <p:sldId xmlns:r="http://schemas.openxmlformats.org/officeDocument/2006/relationships" id="263" r:id="Rd6667654c534464c"/>
    <p:sldId xmlns:r="http://schemas.openxmlformats.org/officeDocument/2006/relationships" id="264" r:id="Rea140f8454e54aa6"/>
    <p:sldId xmlns:r="http://schemas.openxmlformats.org/officeDocument/2006/relationships" id="265" r:id="Rd53f9c2111024921"/>
    <p:sldId xmlns:r="http://schemas.openxmlformats.org/officeDocument/2006/relationships" id="266" r:id="Ra9bb4c735f54496a"/>
    <p:sldId xmlns:r="http://schemas.openxmlformats.org/officeDocument/2006/relationships" id="267" r:id="Re2b7a022d9ee470b"/>
    <p:sldId xmlns:r="http://schemas.openxmlformats.org/officeDocument/2006/relationships" id="268" r:id="Rf0a3bb7be23f45f0"/>
    <p:sldId xmlns:r="http://schemas.openxmlformats.org/officeDocument/2006/relationships" id="269" r:id="R8bf8bba10d2c46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02e49995934b86" /><Relationship Type="http://schemas.openxmlformats.org/officeDocument/2006/relationships/slideMaster" Target="/ppt/slideMasters/slideMaster1.xml" Id="R179ccc4cc6b043ab" /><Relationship Type="http://schemas.openxmlformats.org/officeDocument/2006/relationships/notesMaster" Target="/ppt/notesMasters/notesMaster1.xml" Id="R25ce95229d804aff" /><Relationship Type="http://schemas.openxmlformats.org/officeDocument/2006/relationships/presProps" Target="/ppt/presProps.xml" Id="R7d4a3a60cbec422c" /><Relationship Type="http://schemas.openxmlformats.org/officeDocument/2006/relationships/tableStyles" Target="/ppt/tableStyles.xml" Id="R83ab481695284c32" /><Relationship Type="http://schemas.openxmlformats.org/officeDocument/2006/relationships/slide" Target="/ppt/slides/slide1.xml" Id="R79d240aaf2bb4b63" /><Relationship Type="http://schemas.openxmlformats.org/officeDocument/2006/relationships/slide" Target="/ppt/slides/slide2.xml" Id="Re486d9c0cdba4133" /><Relationship Type="http://schemas.openxmlformats.org/officeDocument/2006/relationships/slide" Target="/ppt/slides/slide3.xml" Id="Rae4ddd017e9c4676" /><Relationship Type="http://schemas.openxmlformats.org/officeDocument/2006/relationships/slide" Target="/ppt/slides/slide4.xml" Id="Rd4d2b9b02fb24214" /><Relationship Type="http://schemas.openxmlformats.org/officeDocument/2006/relationships/slide" Target="/ppt/slides/slide5.xml" Id="Rda2a6b08d78d4d6a" /><Relationship Type="http://schemas.openxmlformats.org/officeDocument/2006/relationships/slide" Target="/ppt/slides/slide6.xml" Id="R31df403d0f58416f" /><Relationship Type="http://schemas.openxmlformats.org/officeDocument/2006/relationships/slide" Target="/ppt/slides/slide7.xml" Id="Raa6f392a29694055" /><Relationship Type="http://schemas.openxmlformats.org/officeDocument/2006/relationships/slide" Target="/ppt/slides/slide8.xml" Id="Rd6667654c534464c" /><Relationship Type="http://schemas.openxmlformats.org/officeDocument/2006/relationships/slide" Target="/ppt/slides/slide9.xml" Id="Rea140f8454e54aa6" /><Relationship Type="http://schemas.openxmlformats.org/officeDocument/2006/relationships/slide" Target="/ppt/slides/slide10.xml" Id="Rd53f9c2111024921" /><Relationship Type="http://schemas.openxmlformats.org/officeDocument/2006/relationships/slide" Target="/ppt/slides/slide11.xml" Id="Ra9bb4c735f54496a" /><Relationship Type="http://schemas.openxmlformats.org/officeDocument/2006/relationships/slide" Target="/ppt/slides/slide12.xml" Id="Re2b7a022d9ee470b" /><Relationship Type="http://schemas.openxmlformats.org/officeDocument/2006/relationships/slide" Target="/ppt/slides/slide13.xml" Id="Rf0a3bb7be23f45f0" /><Relationship Type="http://schemas.openxmlformats.org/officeDocument/2006/relationships/slide" Target="/ppt/slides/slide14.xml" Id="R8bf8bba10d2c46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44324dfa4748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eef381c5a4537" /><Relationship Type="http://schemas.openxmlformats.org/officeDocument/2006/relationships/notesMaster" Target="/ppt/notesMasters/notesMaster1.xml" Id="R65cef4a4f3bb4c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1ca2cfd7e4782" /><Relationship Type="http://schemas.openxmlformats.org/officeDocument/2006/relationships/notesMaster" Target="/ppt/notesMasters/notesMaster1.xml" Id="Ra648dec3b3d149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3e10940a98407a" /><Relationship Type="http://schemas.openxmlformats.org/officeDocument/2006/relationships/notesMaster" Target="/ppt/notesMasters/notesMaster1.xml" Id="Reeff6eced33a40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3897ff0d5e4a5e" /><Relationship Type="http://schemas.openxmlformats.org/officeDocument/2006/relationships/notesMaster" Target="/ppt/notesMasters/notesMaster1.xml" Id="Rbe07cf7616354b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7f8075a0ee4ec4" /><Relationship Type="http://schemas.openxmlformats.org/officeDocument/2006/relationships/notesMaster" Target="/ppt/notesMasters/notesMaster1.xml" Id="R1dd80dced72540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c03b2b495648a6" /><Relationship Type="http://schemas.openxmlformats.org/officeDocument/2006/relationships/notesMaster" Target="/ppt/notesMasters/notesMaster1.xml" Id="R9b36b7de2dcb4e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5797bb54cc49bf" /><Relationship Type="http://schemas.openxmlformats.org/officeDocument/2006/relationships/notesMaster" Target="/ppt/notesMasters/notesMaster1.xml" Id="Rcd8af07fab1e44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ab3d90e8e046cd" /><Relationship Type="http://schemas.openxmlformats.org/officeDocument/2006/relationships/notesMaster" Target="/ppt/notesMasters/notesMaster1.xml" Id="Rece742b74f3e4d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1b9a4929704367" /><Relationship Type="http://schemas.openxmlformats.org/officeDocument/2006/relationships/notesMaster" Target="/ppt/notesMasters/notesMaster1.xml" Id="R214996d886a5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cd69b63bb14c0d" /><Relationship Type="http://schemas.openxmlformats.org/officeDocument/2006/relationships/notesMaster" Target="/ppt/notesMasters/notesMaster1.xml" Id="R51fa3fe28fbc4e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1523c7238549b3" /><Relationship Type="http://schemas.openxmlformats.org/officeDocument/2006/relationships/notesMaster" Target="/ppt/notesMasters/notesMaster1.xml" Id="Rbca3f2de392b45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72706a57c34368" /><Relationship Type="http://schemas.openxmlformats.org/officeDocument/2006/relationships/notesMaster" Target="/ppt/notesMasters/notesMaster1.xml" Id="R3061f20ec9754e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002ba88ae54a99" /><Relationship Type="http://schemas.openxmlformats.org/officeDocument/2006/relationships/notesMaster" Target="/ppt/notesMasters/notesMaster1.xml" Id="Rd8af20d3a03a40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f234d8736d48e3" /><Relationship Type="http://schemas.openxmlformats.org/officeDocument/2006/relationships/notesMaster" Target="/ppt/notesMasters/notesMaster1.xml" Id="R3bb4f4d56f1648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0c6151b41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0eb5bd139747b8" /><Relationship Type="http://schemas.openxmlformats.org/officeDocument/2006/relationships/slideLayout" Target="/ppt/slideLayouts/slideLayout1.xml" Id="Re2d7af81d55f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d7af81d55f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fa7099a34b2f" /><Relationship Type="http://schemas.openxmlformats.org/officeDocument/2006/relationships/image" Target="/ppt/media/image.png" Id="R798c6190dfa347e1" /><Relationship Type="http://schemas.openxmlformats.org/officeDocument/2006/relationships/notesSlide" Target="/ppt/notesSlides/notesSlide1.xml" Id="R32bb2d2d6b8e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55b2994394771" /><Relationship Type="http://schemas.openxmlformats.org/officeDocument/2006/relationships/notesSlide" Target="/ppt/notesSlides/notesSlide2.xml" Id="R93cc51b9221e40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bbb6bbd744a7" /><Relationship Type="http://schemas.openxmlformats.org/officeDocument/2006/relationships/notesSlide" Target="/ppt/notesSlides/notesSlide3.xml" Id="R786fc77aaa1d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3d1d1c59641b9" /><Relationship Type="http://schemas.openxmlformats.org/officeDocument/2006/relationships/chart" Target="/ppt/slides/charts/chart1.xml" Id="R48d0cac1e03e4dd6" /><Relationship Type="http://schemas.openxmlformats.org/officeDocument/2006/relationships/notesSlide" Target="/ppt/notesSlides/notesSlide4.xml" Id="R9d05dd23f51b4d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e587dcd7749a7" /><Relationship Type="http://schemas.openxmlformats.org/officeDocument/2006/relationships/image" Target="/ppt/media/image.jpeg" Id="R936d155353824797" /><Relationship Type="http://schemas.openxmlformats.org/officeDocument/2006/relationships/notesSlide" Target="/ppt/notesSlides/notesSlide5.xml" Id="R90ee30dad099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e35a0f7ec43f0" /><Relationship Type="http://schemas.openxmlformats.org/officeDocument/2006/relationships/notesSlide" Target="/ppt/notesSlides/notesSlide6.xml" Id="R325e48bf93e342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bc6ea98804ef1" /><Relationship Type="http://schemas.openxmlformats.org/officeDocument/2006/relationships/notesSlide" Target="/ppt/notesSlides/notesSlide7.xml" Id="Rd82d2a7d9ea84f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f6d4814ac48a1" /><Relationship Type="http://schemas.openxmlformats.org/officeDocument/2006/relationships/notesSlide" Target="/ppt/notesSlides/notesSlide8.xml" Id="R93a3e6602f4a43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54c85ceef4f2a" /><Relationship Type="http://schemas.openxmlformats.org/officeDocument/2006/relationships/notesSlide" Target="/ppt/notesSlides/notesSlide9.xml" Id="R238b3b825a6148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205c771e348eb" /><Relationship Type="http://schemas.openxmlformats.org/officeDocument/2006/relationships/notesSlide" Target="/ppt/notesSlides/notesSlide10.xml" Id="Rac7b738773b447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6751a9ba24dfe" /><Relationship Type="http://schemas.openxmlformats.org/officeDocument/2006/relationships/notesSlide" Target="/ppt/notesSlides/notesSlide11.xml" Id="Reab554d6a24c4e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f626f9ddf4a6a" /><Relationship Type="http://schemas.openxmlformats.org/officeDocument/2006/relationships/notesSlide" Target="/ppt/notesSlides/notesSlide12.xml" Id="Rad60cc2466ef42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297a72a6b4fc3" /><Relationship Type="http://schemas.openxmlformats.org/officeDocument/2006/relationships/notesSlide" Target="/ppt/notesSlides/notesSlide13.xml" Id="Ra88638919e1046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55714f6f346f8" /><Relationship Type="http://schemas.openxmlformats.org/officeDocument/2006/relationships/notesSlide" Target="/ppt/notesSlides/notesSlide14.xml" Id="R2088797cec12485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c6190dfa347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78329-E20F-4910-92C1-0D3F4B4D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3B2E-D7F5-400A-9CD7-60EFBB03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КОНЦЕПЦИЯ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B28BE-6EE8-4879-9813-43310A25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1051E-029A-4A3A-95D4-8A2C9F7B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FBD91-CA34-4E10-B3D0-6F1120F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D47FA-4C1D-4369-BD7A-63F998E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C941D-B108-4535-890E-0D4BAF7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1273575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BF16C7-6DAA-4290-962A-B7C97E8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9CFDA-AAD5-4CBE-B2CD-F7CFB3B8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C50DF-E35B-4473-9C12-669AAAB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B2150-D849-4B50-BF38-CE09CDD7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5F49D-A074-498F-A0A3-61CD4AF1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02D3-DBEB-48DF-BAE2-753EB6B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8F2B6-21E7-4FAE-9369-EC70E7E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E67F84-F0BB-4019-AAA4-5A490987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CAF41-181C-449B-8F13-3066A82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68C13-426D-4212-B8DC-C22B58D7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A9F8D-4911-457F-8992-FE3B19F7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9BBA4-EB82-4704-9025-04F83C1E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B6F53-73B6-4CD3-B791-B3579816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47927-707D-4ACC-8E0B-E50D5F44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1018D-E08B-4BC6-8A19-C7FA541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953CF-DAF0-492C-8EEE-257607E7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28FDF-32E7-42A8-A2C4-F79A289F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4F887-D5A1-48BE-8529-B12ABEEA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9BD3A-5A66-4BA9-8934-033CBC67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AB095A-781D-41B2-865D-79B5AA26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03579-7531-45DE-8D50-FD894A4A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326CF2-0FC0-4457-8778-87398F52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26AD4-2CE9-4F10-ACEA-B9B8EC24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CEE94-8ADB-4F12-9F5C-DA3CA1D8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F5FAF-A8A6-42FB-8CF4-C04179D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9000A-105A-44CB-BCA5-92621CCE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E61672-24B9-4432-A966-9344FA93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1293A-E703-47AF-A970-01478D79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6675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585C8-B84E-4E7C-8408-279A97F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073FA-C8AB-4073-B351-8DA0738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66E6-38D3-411D-BE24-846CE80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C2ED7-4178-4D2B-8B43-B616DC1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C019B-0DDF-48E9-BAF4-9AD71519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3505E-4515-4DB8-A25E-99B8630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E9ED-9032-4D23-B166-1D2DD9C0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F9950-2C8C-466D-95AE-6993C19F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8FEF-4A9D-43F7-8914-050B3229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6EFF8-9791-443F-924F-97F1B1D8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84C53-1F05-4423-B6E9-97D0018E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70713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8DC2E-9812-4345-9029-E868B4A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560CE-F45D-4D6B-8E78-362FF908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9C58-11C2-4AF4-A776-A0E4B556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9A252-AE39-43F5-A60D-AF0CD05F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5018C-8E7A-43CA-A639-0338577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B3F43-2F03-40B0-8A89-D3F8C7AA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d0cac1e03e4dd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FFF00-437F-41F5-B551-B2653EF5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4D24C-DA4E-49C8-94D5-0A3D736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CA0C1-D5F8-4759-8494-3053CB17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1970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66B6A-F74F-4819-87B2-95D65BD7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09FE4-B2C0-4A5B-A224-0B6F79A4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AC5DA-3B52-41B3-9E74-196AB35B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d155353824797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8C408-69FF-4558-9620-BB0D85A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0AA6E-DC33-4539-8049-978ABADE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A349E-01C1-4EB8-B115-8EADEAA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84B82-A388-435A-8B1F-6E42437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63D9B-7D74-4018-904F-84CC83D7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A6A3D-4D9D-4449-AD88-9A941BB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9BAD9-2429-4A6E-9565-E6792D70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1302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E9CDE-9907-4FD7-BD94-E7E5C9D0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F660-B474-41B8-85EA-9D719E3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D0E8A-D279-44D7-96B4-4A31AFA0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F91-BF34-48A5-8167-247371AC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39E26-9BC9-479E-AC27-D10231E3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E49AD-1FB8-401C-B504-C750AB0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CD657-93BC-4BC4-AB90-8B8585A0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4BC6D-CF19-4E95-93B7-B5928300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2A157-517E-40E1-A079-5DC2A30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048E5-3C4F-4CD7-A2F7-622E202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5E1C7-1558-4CCE-BA6B-A615662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015ED-76EC-4633-A3EF-0919CC89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DFD7D-C411-4F32-9029-5F3A5A92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4E600-11AF-4AE7-BE4C-D75C616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3736E-84E7-4C2B-9F8F-3A501C84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D8D60-1453-44C6-967E-4971DDB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2C204-7711-4A67-8A05-972ABEED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48FAA-B438-4A80-A2F5-0E519661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C499B-CB3B-4D69-A1DF-4BFEE006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1FA8A-4D9A-409A-A75A-B5689FF2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24A02-DFBF-4777-AC43-41A3988C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FB0E4-D997-4FA0-801D-72939D62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E413B-F8F0-4028-AA3A-098CFB2F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36C77-DA21-401E-B8BC-D2367D66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BF603D-EB8B-4228-B797-E030B3F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EF7975-8238-4A93-8652-2FD1774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49969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1D133B-E4D7-425C-A5FE-CAAFCF6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BB5F1-0558-4A87-91BA-2ABB1B88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86FB6-96A8-4DD9-BC47-C6FBD3E0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AF37B-E77F-4691-AD25-BA3BF6CC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E7989-81DD-44F8-A848-2A2DB21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FE03F-9503-4719-AC6A-911ED402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163CC-55BC-4B25-A537-FE83A491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D27DF-971B-4562-B826-F32AA26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64471-4048-45F4-8B3B-7DFA61F9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8C9C9-2073-4060-A6F6-15EB53B3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8D681-EE97-46FF-902C-B092C397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BA9EB-F8F0-43DF-AD12-C4E2D493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9C183-49E9-4D36-A705-FCC61BD5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97AE2-3D40-47B9-B4D1-D1CFAB8D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36BC4-21B1-4B4A-B692-18E46C5C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C04436-C262-4F92-BC53-31663573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2BC2-1048-45E6-9BBE-3546D33C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02099E-974E-4746-84B7-2E12C1BD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4716C-B1B1-4CD4-B015-7639BB9F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FBACF9-5D38-448D-BF48-52934A42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ED82A-D9E4-4DC1-ABB0-ECBC0361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73D185-C330-4450-832D-8C516429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F2A13-F16B-4B6C-8EB6-9E7439BF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EF791-979D-4283-BDFD-11838E91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A9232-3A2E-4E0A-A295-218DE040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175831-0AC8-4440-A210-EFFE824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686A2-C778-4CF3-A5BC-21C3A7B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F6037B-EFC2-44A0-87D6-218F4F47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0E1AD-FBEC-4FBE-AC75-8F978E30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53239-0A47-4525-BDFE-62B0838B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E29781-42C0-41FF-A050-DF6FD74C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1121BB-02DC-456E-926D-92A52E1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3B8D0A-6805-470C-85B8-3F86F8F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00459-0915-46EA-8062-CEA6024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EA891-6F97-4439-8D4F-128435D6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65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6C8AA-13C7-4393-B319-418906D8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48A1E-BEBC-421B-843E-D066951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77321-9DB2-45ED-8B9F-00AF266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8BB9-B197-4A46-B27B-D82C488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A3769-90C8-4FF3-9786-94D80751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E009A-74C2-4BFD-9483-8C996B2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28731-597A-46C1-A523-B05D289B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989EB-79B4-4FD5-88E7-A3CBEDA0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3249BD-0465-49B0-92BB-A9A8A6C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3302E-48B5-48C8-8462-B2A6189D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768EA-5FCA-416E-A948-02F4D001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B901F-ED9F-4AF9-A558-D2C363AF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2CB7-6941-44B4-91A0-387F8DCF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70108-CEAB-459E-B213-B8B5F9A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73F86-1A73-4B93-8DC8-10B624B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B8C1F-CD02-44A1-ADF1-81CD280C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44A7B-2312-4AA1-B295-9E35248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3EB44-6D92-4F4F-A4EF-393A812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1CC2E-A6BD-434F-9AEC-8C198D9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0800B-EF20-438C-9A37-4707689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93E01-034C-4AD0-92CC-FCA68E6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F2B4A-11A8-4749-A76C-863DD18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1EBB3-4411-40EC-9E83-BCD6D183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9C13B0-177F-4E4B-9EEE-AC887B3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731FC0-F30E-4080-8243-048B10AD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F311C-375F-463F-9140-F986A784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6EB3A-2566-4B9D-AD92-C96DFD5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57849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BD5B6-C5EE-4F29-B297-79BE4B4D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EFFD7-B146-48B0-A4A3-85E897E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6B9D6-6D34-4ACF-A307-8F606758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CCEA9-FFDD-4945-A961-4F5D795C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× оценка × доверие)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DAC5A-0207-4211-9996-3726E5B0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7F130-607E-464D-858D-AC1DB7A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95E21-E4F5-4EFF-B5D6-4451CE0F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A1AE4-0533-45FD-B0BE-7D31C451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7B2A3-AD0B-442F-A731-E8873D6D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7E81C-CB3A-455B-AC0F-131F10B5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3CC94-0D25-465D-93E5-C6BEE973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6830B-10E0-404E-ADFF-33DD483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336F1-9939-4B47-9DD0-9FA89B9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61C3A-3D28-4189-A7EB-1959A88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6957A-1126-4544-8210-D94E1DA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696AB-AC8E-4E6D-A1D0-E1784D0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F5190-2692-4675-864E-FE6CC8E0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25731-08AD-4CCE-96F3-31184D80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395B6-B7B6-4C2D-8ADA-D79AF32E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332C8A-DF40-4D7A-BFAC-C6C8F06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B80FC-306F-4727-BEE2-E09D49E9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78588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1748E3-3DCF-444A-9E9F-CCA91355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F2456-C546-4F09-9DED-746FC24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5E718-F20D-403E-AA53-16985838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BB20-F123-4619-9684-8CFBEA16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341D4-C12A-4D16-A388-DBDBA7A1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F6144-DD1F-4511-8824-37BD0592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DEABF-FBD4-4403-9387-14197CA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92EB-86D1-4011-A216-D7BFADCD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D891B-554A-45DB-9087-092B805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724B9-9334-4EDC-B4F6-EAC7CE9A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4398A-A840-4212-B410-C863BE6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35837-E2F9-4A9F-831B-1448514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F0EC4-D80F-49EF-A4DD-7353473C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FAC7B-CDAE-4913-8E35-95431F12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38EFB-E99C-4E11-B8B5-8C810B10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0DECA-B687-4476-AC10-376B00C0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E6120-B6E8-4A1F-B5A4-944698AD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D51F7-945C-47D6-88E9-ED43DE83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3AE2C-8E31-403B-A634-FD111BA7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02B30-6BD6-4628-9A9D-0E48C6CA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51A335-9620-4443-BE74-147C006C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48D76-D4D7-450B-9D26-F6FC11E4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4FA24-538D-4752-BF36-9AF7932C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01F0C-8896-4CE5-B9A0-66F09BF7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21D012-BCFF-4ED1-A3F5-0DFDA3FD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70EDF-2147-4C93-BDBC-F5A7152A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931C8-0E6F-4D4D-992B-06865D43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C39EE-83D0-4A8A-9825-C0C9C79D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429803-8CDC-42DB-8599-DB3C5F5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BAAA5-8E4F-418E-9CAD-B5E12BB5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ABC8D-C18B-4F9B-B842-8282DC5B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DF995-613D-40E0-B68D-69DA7C3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90C9D-1ED2-4356-AE36-76AA9725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5A4BB-6215-4BA4-8B21-447C18CA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BF8C5-8942-40BA-99C3-AED983BB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B96BD-CE3E-4047-96D0-8ED13A93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51B938-3E42-4F92-9EE9-C4F7B6D4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ADBD77-2100-4C96-86E8-4CA736D6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48512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C7CDB-7C71-4006-A274-F8157214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083BA-4BE8-4320-9D5F-3D30CAD5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566C-C68C-4491-BF71-565407AD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B558F-0019-4829-A919-74C31577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A282D-38EF-401B-8339-CE971D51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A3C75-DC56-4B52-A7B6-8B52AE54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CF553-B05F-42DE-A9B7-84B09474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D2DAA-52AE-41FB-9FF6-33667189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1E6D2-4EC1-4E8F-9396-209EF08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11662-3B65-447D-BE06-4CB5FD26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57818-0090-4DB4-9C30-7471555D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A9B85-04E8-4143-AEC3-DB83B58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0D10C-FEEE-4C0C-8372-4418FCF6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746CB-0A42-4010-B30C-CB7D968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69D1D-37F5-488E-B41F-1470C6EE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1CB97-6C16-42B9-A361-A050AE3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D2BF5-6F90-4EA1-AAC5-0CCD43E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92B1B-F67C-44E1-B2CC-23CD1FF3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51947C-6C5A-4D7E-A094-4116443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7A18D-5DC2-4C22-8E83-4DB8FFC8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CA573-4617-451E-9285-EA47E119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5F4935-560B-45AC-901D-4E82E23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A89FB-9BC2-4C3C-BFE0-D44001B1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9C8E8-09A1-45FF-9728-9E81D354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B7D5F-D498-4474-B144-7E734A1E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B9492-AD5B-4D4B-B117-DBE0FBA9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ECF8B-6F5E-456A-9403-AB8B2729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0A5AC-9DB5-4C47-932F-FCB10E6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3267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D7086-4D9A-4E9D-972B-75DA2D3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EB93B-F432-4B17-9D61-369D293F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DEA27-6D1E-4B8A-AD10-8A0E990E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DD115-5651-41E2-B5BF-4DAA900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DC9B5-F818-4A53-8F6C-E11C3E79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99FAE-790C-479E-9745-3E0BEDCA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E42FA-6469-425E-865F-1E2ECFE0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FE5DE-0964-4CE4-B6FE-77BAABDD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68C50-B7F9-4C38-A3F3-52A30E7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2BF92-F070-4702-B4BF-B25F388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88E6A-F47B-4E2D-A103-4E750C4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0D8B5-3254-4E44-810D-B75EF4FA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13C9D-52DD-4321-8AC7-B49C37CF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80B7A-B611-4767-9DB5-47BDD11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6F5E6-5C2E-4510-8BFD-7F51A03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6F208-83F7-4DF0-B4D5-5430416F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FFFAD-10C2-44F0-B268-9016B0DE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47484-CC71-47D1-A3F2-203C5AD2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5FD90D-5CD7-427B-9DCF-8831B8B4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68D17-D351-41D0-A34E-26CE3833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314AC-5C43-40D5-9395-912C7D70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F1C98-EA92-4296-8090-16D00869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24B1D-ACEB-41E7-B968-7C467CB2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88754-9460-4FBC-BDE1-3467C3A0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EBE851-F8AB-4F8E-8E90-02C95CC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Проверка в эксплуатации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F906B-5F90-4C4F-B55F-A6B0613D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59C319-B664-4C88-804D-2BB100B4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B0781-F3F3-44B0-959F-CD1EF7ED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D02CD8-7839-4495-AC10-7312A930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1262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1A0931-8813-4C03-BB6B-6BF504DB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EFFDC-6D8B-4702-A5F5-329A827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25038-FC2C-4B61-BD67-5ABCC1F4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F8E2D-3CF1-460A-A4FD-43C57B55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0A9E-54EF-47F2-9161-0EB0D1A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72FF6-7482-4650-8351-4E14EC4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D5680-ACBC-444D-973A-AC56387A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ABABA-C097-47FA-924B-B095E141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0D985-71D0-4B4F-9EF3-E6715A6F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58DBF-3AC1-4C6E-9C15-C0C52B28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7B199-629B-4CF8-9018-41527997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F5FDB-B8EA-4835-BB67-C991DC7C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C5093-5913-4FEF-9F41-6764705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1FCC1-7C62-4035-9544-F52B2BA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F74D2-7B62-44B7-92AB-9B3D557E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78567D-8EAB-4A9D-AC6C-265ED5E2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B00B7-D703-4AB2-89A6-D05329FC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4BFE3-F749-42A0-898D-1759A185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1497F-1711-4DE3-8A4D-CCFF4197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C5C87-59E1-4D19-A6A0-D9867B60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7815E-1F9F-4C1E-9BFE-DFF4C6D7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0B862-5B52-4970-AF68-B1A7C05F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A638D-0756-4466-964F-796EFB6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1FFF85-2986-4CB6-B6E0-CEF1B33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8FF2C-26A3-4EFB-8EE9-E27AD28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03533-7C68-4435-8018-4A9BAF0D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7C94CD-06D1-4C71-8D78-0DC2D390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4380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8B15AB-8176-4DCD-9636-889B4A4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EC9EA-E6E3-4445-9149-6F2AAD1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E61BB-CC1D-4BDB-A1D5-8E04BBE3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C9621-E2E5-4154-823A-ED1EEA9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FA829-0E14-45C0-BDD8-0807B568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7A3A1-EE0E-4F9E-A242-EEA50F0E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F3D9E-677B-4A42-A96F-9270DAFB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6EFF6-6A8A-4E07-9576-B596E6C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49EB3-2AF1-489C-8701-BA2A581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28F3E-B46E-4231-B9AB-83C244FA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2780F-72D2-4459-A28F-4BA1C64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7FD0-76D3-4E17-91C3-CE9E9A1B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EDE0C-736E-4E5D-BEE6-80CEB00A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A7E3B-2D17-4F9D-87D4-B95E5818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35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E3C5B-E36F-4389-956F-B6C22583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6AFF7-60C4-4E89-84B1-A6FA4AEA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480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35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749CE-507D-4E4A-80DD-09FA4C53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D28468-C843-4CEB-9C27-99801B6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6991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2026-10-01T01:59:06.6460000Z</dcterms:created>
  <dcterms:modified xsi:type="dcterms:W3CDTF">2026-10-01T01:59:06.6460000Z</dcterms:modified>
</coreProperties>
</file>